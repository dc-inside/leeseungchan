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1" r:id="rId3"/>
    <p:sldId id="277" r:id="rId4"/>
    <p:sldId id="270" r:id="rId5"/>
    <p:sldId id="259" r:id="rId6"/>
    <p:sldId id="281" r:id="rId7"/>
    <p:sldId id="282" r:id="rId8"/>
    <p:sldId id="283" r:id="rId9"/>
    <p:sldId id="28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145969"/>
            <a:ext cx="4943918" cy="1689555"/>
          </a:xfrm>
        </p:spPr>
        <p:txBody>
          <a:bodyPr>
            <a:no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4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862FC6-D248-4F10-F70D-E5710D1B325A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7" y="2631000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/>
              </a:rPr>
              <a:t>고콜레스테롤혈증 만성질환 유병률 증가</a:t>
            </a:r>
            <a:endParaRPr lang="ko-KR" alt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89058" y="3873937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E100E88-53CB-58F7-589A-85345C67DA7C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9" y="262864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85000"/>
                    <a:lumOff val="15000"/>
                  </a:schemeClr>
                </a:solidFill>
              </a:rPr>
              <a:t>검사주기가 길어 조기 대처 어려움</a:t>
            </a:r>
            <a:endParaRPr lang="ko-KR" altLang="en-US" sz="16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799240" y="4717227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개인마다 다른 관리 특성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성별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나이 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solidFill>
                  <a:schemeClr val="tx1">
                    <a:lumMod val="85000"/>
                    <a:lumOff val="15000"/>
                  </a:schemeClr>
                </a:solidFill>
                <a:latin typeface="Noto Sans KR"/>
              </a:rPr>
              <a:t>개인별 맞춤 관리 가이드 필요</a:t>
            </a:r>
            <a:endParaRPr lang="en-US" altLang="ko-KR" sz="1600" b="1">
              <a:solidFill>
                <a:schemeClr val="tx1">
                  <a:lumMod val="85000"/>
                  <a:lumOff val="15000"/>
                </a:schemeClr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43547" y="3837937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/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/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3144078"/>
            <a:ext cx="4920745" cy="174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 기반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 위험도 및 영향도 분석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정량적 데이터에서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고콜레스테롤 위험 요인과 수치 제공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2609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 비율 및 섭취 균형도를 수치화한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사회경제적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상관관계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/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4D579A6-50E3-3440-BFBB-E4446852B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07" y="2210598"/>
            <a:ext cx="11384186" cy="344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29641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5865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UI-Input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271241"/>
              </p:ext>
            </p:extLst>
          </p:nvPr>
        </p:nvGraphicFramePr>
        <p:xfrm>
          <a:off x="9221188" y="826547"/>
          <a:ext cx="2607296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43079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‘</a:t>
                      </a:r>
                      <a:r>
                        <a:rPr lang="ko-KR" altLang="en-US" sz="1200"/>
                        <a:t>분석 결과 확인하기</a:t>
                      </a:r>
                      <a:r>
                        <a:rPr lang="en-US" altLang="ko-KR" sz="1200"/>
                        <a:t>’</a:t>
                      </a:r>
                      <a:r>
                        <a:rPr lang="ko-KR" altLang="en-US" sz="1200"/>
                        <a:t>를 눌러 입력 데이터에 대한 결과 페이지로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486421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3467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스크린샷, 폰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B42D041-C1E9-D3B8-368E-3B76ECA64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0159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105803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3821124"/>
              </p:ext>
            </p:extLst>
          </p:nvPr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사용자 입력 데이터에 대한 고콜레스테롤 발생 위험도 시각화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따라 위험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26780" y="3700134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23660EC-BF39-B732-51DC-0C653706EBCB}"/>
              </a:ext>
            </a:extLst>
          </p:cNvPr>
          <p:cNvSpPr>
            <a:spLocks noChangeAspect="1"/>
          </p:cNvSpPr>
          <p:nvPr/>
        </p:nvSpPr>
        <p:spPr>
          <a:xfrm>
            <a:off x="3826780" y="5259853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65443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98737AC-8731-A304-4FF3-3824A063D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3606148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088285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UI-Output_2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786874"/>
              </p:ext>
            </p:extLst>
          </p:nvPr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입력받은 사용자 영양소 섭취량과 권장 섭취량 그래프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마우스를 올려 수치 비교</a:t>
                      </a:r>
                      <a:r>
                        <a:rPr lang="en-US" altLang="ko-KR" sz="1200"/>
                        <a:t>·</a:t>
                      </a:r>
                      <a:r>
                        <a:rPr lang="ko-KR" altLang="en-US" sz="1200"/>
                        <a:t>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123360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7CB8742-1CD9-D6BE-CB25-F1FC9B0F484E}"/>
              </a:ext>
            </a:extLst>
          </p:cNvPr>
          <p:cNvSpPr>
            <a:spLocks noChangeAspect="1"/>
          </p:cNvSpPr>
          <p:nvPr/>
        </p:nvSpPr>
        <p:spPr>
          <a:xfrm>
            <a:off x="372915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19614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B0E476-9762-F85F-66A4-1AB019C7B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2909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636528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UI-Output_3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0405660"/>
              </p:ext>
            </p:extLst>
          </p:nvPr>
        </p:nvGraphicFramePr>
        <p:xfrm>
          <a:off x="9221188" y="826547"/>
          <a:ext cx="2607296" cy="15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섭취 영양별 위험도 비율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따른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427810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5A7938F5-4B55-388B-DCE1-EE52E3F66C75}"/>
              </a:ext>
            </a:extLst>
          </p:cNvPr>
          <p:cNvSpPr>
            <a:spLocks noChangeAspect="1"/>
          </p:cNvSpPr>
          <p:nvPr/>
        </p:nvSpPr>
        <p:spPr>
          <a:xfrm>
            <a:off x="7936818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24931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5747</TotalTime>
  <Words>370</Words>
  <Application>Microsoft Office PowerPoint</Application>
  <PresentationFormat>와이드스크린</PresentationFormat>
  <Paragraphs>104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99</cp:revision>
  <dcterms:created xsi:type="dcterms:W3CDTF">2026-03-13T06:49:36Z</dcterms:created>
  <dcterms:modified xsi:type="dcterms:W3CDTF">2026-03-27T02:23:06Z</dcterms:modified>
</cp:coreProperties>
</file>