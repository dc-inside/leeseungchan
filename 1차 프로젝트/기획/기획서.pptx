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6" r:id="rId2"/>
    <p:sldId id="261" r:id="rId3"/>
    <p:sldId id="277" r:id="rId4"/>
    <p:sldId id="270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 설계서" id="{67D05B65-EF38-40F8-9836-6D0F19ABBA4E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2026-04-07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1239" y="1015340"/>
            <a:ext cx="5189517" cy="1725181"/>
          </a:xfrm>
        </p:spPr>
        <p:txBody>
          <a:bodyPr>
            <a:no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sz="2400" b="1" i="0">
                <a:solidFill>
                  <a:schemeClr val="bg1"/>
                </a:solidFill>
                <a:effectLst/>
                <a:latin typeface="Noto Sans KR"/>
              </a:rPr>
              <a:t>영양소 섭취 기반 고콜레스테롤혈증 위험도 예측 및 자가 진단 서비스</a:t>
            </a:r>
            <a:endParaRPr lang="ko-KR" altLang="en-US" sz="2400" b="1" i="0" dirty="0">
              <a:solidFill>
                <a:schemeClr val="bg1"/>
              </a:solidFill>
              <a:effectLst/>
              <a:latin typeface="Noto Sans KR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/>
              </a:rPr>
              <a:t>고콜레스테롤혈증 만성질환 유병률 증가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181805" cy="946104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기획의도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5224723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정기 검진 사이 공백기에 스스로 위험도를 예측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·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관리할 수 있는 </a:t>
            </a:r>
            <a:r>
              <a:rPr lang="ko-KR" altLang="en-US" sz="1600" b="1">
                <a:latin typeface="Noto Sans KR"/>
              </a:rPr>
              <a:t>자가 진단 도구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2" y="234292"/>
            <a:ext cx="2217807" cy="946104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solidFill>
                  <a:schemeClr val="bg1"/>
                </a:solidFill>
              </a:rPr>
              <a:t>기획의도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3A5A2F4-C1FC-C543-BAF6-59AAAC1AE9C8}"/>
              </a:ext>
            </a:extLst>
          </p:cNvPr>
          <p:cNvCxnSpPr>
            <a:cxnSpLocks/>
          </p:cNvCxnSpPr>
          <p:nvPr/>
        </p:nvCxnSpPr>
        <p:spPr>
          <a:xfrm>
            <a:off x="5224723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/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/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위험군 분류 및 주요 위험 요인 도출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 위험 요인과 영향도 분석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427331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solidFill>
                  <a:schemeClr val="bg1"/>
                </a:solidFill>
              </a:rPr>
              <a:t>개발목표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3144078"/>
            <a:ext cx="4972211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상관관계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1086661" y="2242726"/>
            <a:ext cx="388784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/>
                </a:solidFill>
                <a:latin typeface="Noto Sans KR"/>
              </a:rPr>
              <a:t>다차원 복합 요인 기반 데이터셋 구축</a:t>
            </a:r>
            <a:endParaRPr lang="ko-KR" altLang="en-US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4" y="234000"/>
            <a:ext cx="2523124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solidFill>
                  <a:schemeClr val="bg1"/>
                </a:solidFill>
              </a:rPr>
              <a:t>개발 스케줄</a:t>
            </a:r>
            <a:br>
              <a:rPr lang="en-US" altLang="ko-KR" sz="3200" b="1" dirty="0"/>
            </a:br>
            <a:r>
              <a:rPr lang="en-US" altLang="ko-KR" sz="1400" b="0" i="0" dirty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5806</TotalTime>
  <Words>163</Words>
  <Application>Microsoft Office PowerPoint</Application>
  <PresentationFormat>와이드스크린</PresentationFormat>
  <Paragraphs>22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 및 자가 진단 서비스</vt:lpstr>
      <vt:lpstr>기획의도 Background &amp; Purpose</vt:lpstr>
      <vt:lpstr>기획의도 Background &amp; Purpose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109</cp:revision>
  <dcterms:created xsi:type="dcterms:W3CDTF">2026-03-13T06:49:36Z</dcterms:created>
  <dcterms:modified xsi:type="dcterms:W3CDTF">2026-04-07T07:31:49Z</dcterms:modified>
</cp:coreProperties>
</file>