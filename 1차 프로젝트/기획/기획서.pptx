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4" r:id="rId9"/>
    <p:sldId id="28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4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462917"/>
            <a:ext cx="4943918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0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고콜레스테롤혈증 만성질환 유병률 증가</a:t>
            </a:r>
            <a:endParaRPr lang="ko-KR" altLang="en-US" sz="14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개인별 맞춤 관리 가이드 필요</a:t>
            </a:r>
            <a:endParaRPr lang="en-US" altLang="ko-KR" sz="1600" b="1"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D579A6-50E3-3440-BFBB-E4446852B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07" y="2210598"/>
            <a:ext cx="11384186" cy="344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44697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2648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40969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5625</TotalTime>
  <Words>401</Words>
  <Application>Microsoft Office PowerPoint</Application>
  <PresentationFormat>와이드스크린</PresentationFormat>
  <Paragraphs>116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91</cp:revision>
  <dcterms:created xsi:type="dcterms:W3CDTF">2026-03-13T06:49:36Z</dcterms:created>
  <dcterms:modified xsi:type="dcterms:W3CDTF">2026-03-26T17:44:47Z</dcterms:modified>
</cp:coreProperties>
</file>