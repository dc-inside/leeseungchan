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4" r:id="rId9"/>
    <p:sldId id="28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4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고콜레스테롤혈증 만성질환 유병률 증가</a:t>
            </a:r>
            <a:endParaRPr lang="ko-KR" altLang="en-US" sz="14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개인별 맞춤 관리 가이드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E47092-7530-6E9D-2551-F0A4B2C89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" y="2189341"/>
            <a:ext cx="11690350" cy="3540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44697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2648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852429"/>
            <a:ext cx="8657112" cy="430492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/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40969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5621</TotalTime>
  <Words>401</Words>
  <Application>Microsoft Office PowerPoint</Application>
  <PresentationFormat>와이드스크린</PresentationFormat>
  <Paragraphs>116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90</cp:revision>
  <dcterms:created xsi:type="dcterms:W3CDTF">2026-03-13T06:49:36Z</dcterms:created>
  <dcterms:modified xsi:type="dcterms:W3CDTF">2026-03-26T17:39:29Z</dcterms:modified>
</cp:coreProperties>
</file>