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4" r:id="rId9"/>
    <p:sldId id="28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4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44697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2648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40969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5625</TotalTime>
  <Words>401</Words>
  <Application>Microsoft Office PowerPoint</Application>
  <PresentationFormat>와이드스크린</PresentationFormat>
  <Paragraphs>116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92</cp:revision>
  <dcterms:created xsi:type="dcterms:W3CDTF">2026-03-13T06:49:36Z</dcterms:created>
  <dcterms:modified xsi:type="dcterms:W3CDTF">2026-03-26T17:46:59Z</dcterms:modified>
</cp:coreProperties>
</file>