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82" r:id="rId3"/>
    <p:sldId id="283" r:id="rId4"/>
    <p:sldId id="28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4B86E-5D11-354F-F46D-27961B7E18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82E6283-B697-5B49-65DE-C859F4C80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C9EAE6-3E47-4723-28A6-8A0FC5C4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ACAEB0-4FCE-EDD6-CF10-8DA15265E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CA0208-ABB1-F8A9-F9B7-F95731D9B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589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63F81-E8F4-8FB8-E37A-5177A2E8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4C5831-5DDE-795D-5AF8-6DA2643EB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897E0-EEF3-36B9-7B5A-27D2ED24A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DE532D-537C-EB1F-5E2A-5918B53A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0CF130-DA82-D124-7071-EEE3C4C7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361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E89FB-3041-74D2-E555-A95016295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A9233D-C8FC-58EA-932C-24EA0BC50E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03204B-83E8-D071-E478-CCA6F5849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367EDB-5846-9C90-28BC-E3970C364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2DC4A0-20B0-459C-7FD2-563AFD46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607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9B508-15AE-45CE-F16E-53E1EA46C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5E3924-0346-5A0B-6E08-F34FF852F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CF50E0-6207-A388-D3AE-3345C53EF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964429-D0F3-E358-71AC-A3806A8CE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3A03A3-05A3-5644-5822-D651A863B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F6EC2D-8CEB-8FDE-D9CA-F76A8CDCB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98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78524-70FA-B259-0B58-62402F6D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2585AA-A065-FB64-667A-EB4A47E9F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A9EF33-90AB-1726-473F-D3EDFED1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23C89B7-1F4B-1FE5-72BE-C4E7E7E2F9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C942FB7-0177-CEDA-5775-B56CC30A07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6DC5C7-0680-F2C1-35A4-A1297EB5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3AF15F8-FB08-EFA4-FF05-78F362CC8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B764F92-02A8-559F-875B-E133E9A07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82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CD36C4-600F-C421-6ABC-1167A9882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BBB0A65-1283-5971-23F7-8AE298BC2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957244-64DA-B549-469D-8D20A24A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474C08-1482-B020-89F2-7BF626EDE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96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0033F8-21FE-ACB7-27BA-0FFA139C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10D8D25-5E96-D921-BAF0-3708AF858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EB170-BCFE-FF2A-BF12-9824CF115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147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233562-A158-2965-B802-50CBB6481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FF432-363A-7DB1-A4D3-AA06D2F94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357E4D-69B0-D6B6-2AA4-64D2AE98C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C5CAA3-B380-C0FD-2A58-4CA07EBE0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7269B2-FBF3-5001-0F38-9F50E19D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B0BB5F-8571-8BE3-0D99-41B94670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539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52426-6BCF-14D2-E1E6-881CC6BEA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E58CCD-D50B-4778-31C7-17800BAA12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9CF0AD0-FF39-44B8-231D-CB7F73F7D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42F69F-9F9A-A2BA-AF81-0CFA410B1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81548A-AC43-8672-3057-3AFBBAF1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7A2F54-1C32-F1CF-D8B3-C800AEAE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800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8706CE-ADE8-B9FB-5F22-A20139555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477B7C-22A7-ABA5-D825-FCCE32CB63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75E423-0019-7F9D-71F2-B564366AD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93BB32-F212-4D36-7B95-C4322063B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C33F0F-375D-D6A7-D5F7-1EA9A1BA2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55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C0DB972-E8A5-3AFF-EEB2-3F3493C9A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BBDED2-B200-899E-6E76-600EEDA24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804D68-661E-2068-8AA4-D85B4B28E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2F9F77-1413-D68D-069A-0CB45A10C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DBBB41-988C-B07B-6C35-4FF91DF6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963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54D271-4FC5-1D2B-4C48-32B8D49F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9F05D7-4858-0257-A0BF-24222A121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512F1F-7225-E0C7-0961-53698EFE7D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6E833D-714E-4D65-B923-5C68908BA676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B2F9A5-4A20-3295-ED67-2AABE0F39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8306C-1E3B-7434-6C34-B242AF9CA1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01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‘</a:t>
                      </a:r>
                      <a:r>
                        <a:rPr lang="ko-KR" altLang="en-US" sz="1200"/>
                        <a:t>분석 결과 확인하기</a:t>
                      </a:r>
                      <a:r>
                        <a:rPr lang="en-US" altLang="ko-KR" sz="1200"/>
                        <a:t>’</a:t>
                      </a:r>
                      <a:r>
                        <a:rPr lang="ko-KR" altLang="en-US" sz="1200"/>
                        <a:t>를 눌러 입력 데이터에 대한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</Words>
  <Application>Microsoft Office PowerPoint</Application>
  <PresentationFormat>와이드스크린</PresentationFormat>
  <Paragraphs>80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2026-03-27T02:16:00Z</dcterms:created>
  <dcterms:modified xsi:type="dcterms:W3CDTF">2026-03-27T02:16:20Z</dcterms:modified>
</cp:coreProperties>
</file>