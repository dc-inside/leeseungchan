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8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4B86E-5D11-354F-F46D-27961B7E1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2E6283-B697-5B49-65DE-C859F4C80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9EAE6-3E47-4723-28A6-8A0FC5C4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ACAEB0-4FCE-EDD6-CF10-8DA15265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CA0208-ABB1-F8A9-F9B7-F95731D9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58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63F81-E8F4-8FB8-E37A-5177A2E8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4C5831-5DDE-795D-5AF8-6DA2643EB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897E0-EEF3-36B9-7B5A-27D2ED24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E532D-537C-EB1F-5E2A-5918B53A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0CF130-DA82-D124-7071-EEE3C4C7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36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E89FB-3041-74D2-E555-A95016295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9233D-C8FC-58EA-932C-24EA0BC50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03204B-83E8-D071-E478-CCA6F584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67EDB-5846-9C90-28BC-E3970C36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DC4A0-20B0-459C-7FD2-563AFD46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60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9B508-15AE-45CE-F16E-53E1EA46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E3924-0346-5A0B-6E08-F34FF852F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CF50E0-6207-A388-D3AE-3345C53EF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964429-D0F3-E358-71AC-A3806A8C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3A03A3-05A3-5644-5822-D651A863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F6EC2D-8CEB-8FDE-D9CA-F76A8CDC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98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78524-70FA-B259-0B58-62402F6D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2585AA-A065-FB64-667A-EB4A47E9F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A9EF33-90AB-1726-473F-D3EDFED1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C89B7-1F4B-1FE5-72BE-C4E7E7E2F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942FB7-0177-CEDA-5775-B56CC30A0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6DC5C7-0680-F2C1-35A4-A1297EB5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AF15F8-FB08-EFA4-FF05-78F362CC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764F92-02A8-559F-875B-E133E9A0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08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D36C4-600F-C421-6ABC-1167A988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BB0A65-1283-5971-23F7-8AE298BC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957244-64DA-B549-469D-8D20A24A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74C08-1482-B020-89F2-7BF626ED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96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0033F8-21FE-ACB7-27BA-0FFA139C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0D8D25-5E96-D921-BAF0-3708AF85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EB170-BCFE-FF2A-BF12-9824CF11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14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33562-A158-2965-B802-50CBB648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FF432-363A-7DB1-A4D3-AA06D2F94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357E4D-69B0-D6B6-2AA4-64D2AE98C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C5CAA3-B380-C0FD-2A58-4CA07EBE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7269B2-FBF3-5001-0F38-9F50E19D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0BB5F-8571-8BE3-0D99-41B94670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53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52426-6BCF-14D2-E1E6-881CC6BE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E58CCD-D50B-4778-31C7-17800BAA1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CF0AD0-FF39-44B8-231D-CB7F73F7D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42F69F-9F9A-A2BA-AF81-0CFA410B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81548A-AC43-8672-3057-3AFBBAF1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A2F54-1C32-F1CF-D8B3-C800AEAE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80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706CE-ADE8-B9FB-5F22-A2013955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477B7C-22A7-ABA5-D825-FCCE32CB6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5E423-0019-7F9D-71F2-B564366A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3BB32-F212-4D36-7B95-C4322063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C33F0F-375D-D6A7-D5F7-1EA9A1BA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55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0DB972-E8A5-3AFF-EEB2-3F3493C9A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BBDED2-B200-899E-6E76-600EEDA24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04D68-661E-2068-8AA4-D85B4B28E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F9F77-1413-D68D-069A-0CB45A10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DBBB41-988C-B07B-6C35-4FF91DF6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6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54D271-4FC5-1D2B-4C48-32B8D49F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9F05D7-4858-0257-A0BF-24222A121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12F1F-7225-E0C7-0961-53698EFE7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E833D-714E-4D65-B923-5C68908BA676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2F9A5-4A20-3295-ED67-2AABE0F39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08306C-1E3B-7434-6C34-B242AF9CA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2BA60-4E5F-4D1E-AE51-DBE655137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01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8207204-0CDA-0EAB-2C4B-4292E2476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5" y="1648722"/>
            <a:ext cx="8640001" cy="475914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481148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UI-main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166798"/>
              </p:ext>
            </p:extLst>
          </p:nvPr>
        </p:nvGraphicFramePr>
        <p:xfrm>
          <a:off x="9221188" y="826547"/>
          <a:ext cx="2607296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로고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메인페이지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미리 예측한 사용자의 </a:t>
                      </a:r>
                      <a:r>
                        <a:rPr lang="en-US" altLang="ko-KR" sz="1200"/>
                        <a:t>ID </a:t>
                      </a:r>
                      <a:r>
                        <a:rPr lang="ko-KR" altLang="en-US" sz="1200"/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/>
                        <a:t>2</a:t>
                      </a:r>
                      <a:r>
                        <a:rPr lang="ko-KR" altLang="en-US" sz="1200"/>
                        <a:t>번에서 입력한 </a:t>
                      </a:r>
                      <a:r>
                        <a:rPr lang="en-US" altLang="ko-KR" sz="1200"/>
                        <a:t>ID </a:t>
                      </a:r>
                      <a:r>
                        <a:rPr lang="ko-KR" altLang="en-US" sz="1200"/>
                        <a:t>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0423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신규 사용자는 예측 데이터 입력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69263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43079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r>
                        <a:rPr lang="ko-KR" altLang="en-US" sz="1200"/>
                        <a:t>번 입력하고 </a:t>
                      </a:r>
                      <a:r>
                        <a:rPr lang="en-US" altLang="ko-KR" sz="1200"/>
                        <a:t>3</a:t>
                      </a:r>
                      <a:r>
                        <a:rPr lang="ko-KR" altLang="en-US" sz="1200"/>
                        <a:t>번 누르면 해당 </a:t>
                      </a:r>
                      <a:r>
                        <a:rPr lang="en-US" altLang="ko-KR" sz="1200"/>
                        <a:t>ID</a:t>
                      </a:r>
                      <a:r>
                        <a:rPr lang="ko-KR" altLang="en-US" sz="1200"/>
                        <a:t>의 사용자 데이터 결과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8642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1905715" y="201396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A3BB0EB-242E-A779-AFF3-0102738FDD5E}"/>
              </a:ext>
            </a:extLst>
          </p:cNvPr>
          <p:cNvSpPr>
            <a:spLocks noChangeAspect="1"/>
          </p:cNvSpPr>
          <p:nvPr/>
        </p:nvSpPr>
        <p:spPr>
          <a:xfrm>
            <a:off x="5891034" y="2015911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0C34912-9764-30A1-077E-DC0388AA7999}"/>
              </a:ext>
            </a:extLst>
          </p:cNvPr>
          <p:cNvSpPr>
            <a:spLocks noChangeAspect="1"/>
          </p:cNvSpPr>
          <p:nvPr/>
        </p:nvSpPr>
        <p:spPr>
          <a:xfrm>
            <a:off x="6685143" y="2020996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645F31-AEAE-E037-7697-747173F0D5E0}"/>
              </a:ext>
            </a:extLst>
          </p:cNvPr>
          <p:cNvSpPr>
            <a:spLocks noChangeAspect="1"/>
          </p:cNvSpPr>
          <p:nvPr/>
        </p:nvSpPr>
        <p:spPr>
          <a:xfrm>
            <a:off x="7415297" y="2015911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4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346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E3BC58B-D548-E5EA-CF2D-4D872053A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6" y="1797133"/>
            <a:ext cx="8641587" cy="476002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733415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UI-predict_1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009129"/>
              </p:ext>
            </p:extLst>
          </p:nvPr>
        </p:nvGraphicFramePr>
        <p:xfrm>
          <a:off x="9221188" y="826547"/>
          <a:ext cx="2607296" cy="337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성별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연령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가구소득분위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교육수준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신장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체중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다음 정보 입력으로 넘어감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입력 데이터가 없을 때 표시되는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9993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43079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위에 사용자 검색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예측하기는 메인 페이지의 기능과 동일</a:t>
                      </a:r>
                      <a:endParaRPr lang="en-US" altLang="ko-KR" sz="1200"/>
                    </a:p>
                    <a:p>
                      <a:pPr algn="ctr" latinLnBrk="1"/>
                      <a:r>
                        <a:rPr lang="en-US" altLang="ko-KR" sz="1200"/>
                        <a:t>BMI</a:t>
                      </a:r>
                      <a:r>
                        <a:rPr lang="ko-KR" altLang="en-US" sz="1200"/>
                        <a:t>수치는 입력받은 신장과 체중 값으로 자동 계산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8642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575791" y="4626799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825563" y="272755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8207B3F-6E71-29FA-8D7B-37BA791680C0}"/>
              </a:ext>
            </a:extLst>
          </p:cNvPr>
          <p:cNvSpPr>
            <a:spLocks noChangeAspect="1"/>
          </p:cNvSpPr>
          <p:nvPr/>
        </p:nvSpPr>
        <p:spPr>
          <a:xfrm>
            <a:off x="4683516" y="2192027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8207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CA43BA6-EF96-A900-FBF2-6F994242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6" y="1924547"/>
            <a:ext cx="8639999" cy="385702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411351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UI-predict_2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662339"/>
              </p:ext>
            </p:extLst>
          </p:nvPr>
        </p:nvGraphicFramePr>
        <p:xfrm>
          <a:off x="9221188" y="826547"/>
          <a:ext cx="2607296" cy="21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최근 </a:t>
                      </a:r>
                      <a:r>
                        <a:rPr lang="en-US" altLang="ko-KR" sz="1200"/>
                        <a:t>24</a:t>
                      </a:r>
                      <a:r>
                        <a:rPr lang="ko-KR" altLang="en-US" sz="1200"/>
                        <a:t>시간 섭취한 음식 영양소 수치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이전 정보 입력으로 넘어감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다음 정보 입력으로 넘어감</a:t>
                      </a:r>
                    </a:p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4998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730169" y="4580980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831415" y="2442545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E14AD0-C0F5-B974-6574-7EBB78BAB894}"/>
              </a:ext>
            </a:extLst>
          </p:cNvPr>
          <p:cNvSpPr>
            <a:spLocks noChangeAspect="1"/>
          </p:cNvSpPr>
          <p:nvPr/>
        </p:nvSpPr>
        <p:spPr>
          <a:xfrm>
            <a:off x="831415" y="4580980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319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8C42CA7-6E1F-9999-9906-824F65D2A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6" y="1924547"/>
            <a:ext cx="8640000" cy="385702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17462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UI-predict_3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951273"/>
              </p:ext>
            </p:extLst>
          </p:nvPr>
        </p:nvGraphicFramePr>
        <p:xfrm>
          <a:off x="9221188" y="826547"/>
          <a:ext cx="2607296" cy="21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근력운동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유산소운동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수면시간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흡연여부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음주빈도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이전 정보 입력으로 넘어감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입력 데이터 기반 예측 결과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4998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521626" y="4509728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878916" y="246021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E14AD0-C0F5-B974-6574-7EBB78BAB894}"/>
              </a:ext>
            </a:extLst>
          </p:cNvPr>
          <p:cNvSpPr>
            <a:spLocks noChangeAspect="1"/>
          </p:cNvSpPr>
          <p:nvPr/>
        </p:nvSpPr>
        <p:spPr>
          <a:xfrm>
            <a:off x="878916" y="4509728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553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61A098B-3AEA-169C-0B6F-593FC1BCF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5" y="1669553"/>
            <a:ext cx="8639999" cy="497021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323580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Result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UI-result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2026.04.09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 - predict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334515"/>
              </p:ext>
            </p:extLst>
          </p:nvPr>
        </p:nvGraphicFramePr>
        <p:xfrm>
          <a:off x="9221188" y="826547"/>
          <a:ext cx="2607296" cy="365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입력 데이터 수정</a:t>
                      </a:r>
                      <a:endParaRPr lang="en-US" altLang="ko-K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사용자 데이터 저장 </a:t>
                      </a:r>
                      <a:r>
                        <a:rPr lang="en-US" altLang="ko-KR" sz="1200"/>
                        <a:t>ID</a:t>
                      </a:r>
                    </a:p>
                    <a:p>
                      <a:pPr algn="l" latinLnBrk="1"/>
                      <a:r>
                        <a:rPr lang="ko-KR" altLang="en-US" sz="1200"/>
                        <a:t>상단 </a:t>
                      </a:r>
                      <a:r>
                        <a:rPr lang="en-US" altLang="ko-KR" sz="1200"/>
                        <a:t>‘</a:t>
                      </a:r>
                      <a:r>
                        <a:rPr lang="ko-KR" altLang="en-US" sz="1200"/>
                        <a:t>사용자 검색</a:t>
                      </a:r>
                      <a:r>
                        <a:rPr lang="en-US" altLang="ko-KR" sz="1200"/>
                        <a:t>’</a:t>
                      </a:r>
                      <a:r>
                        <a:rPr lang="ko-KR" altLang="en-US" sz="1200"/>
                        <a:t>으로 저장된 데이터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입력 데이터 예측 결과 그래프</a:t>
                      </a:r>
                      <a:endParaRPr lang="en-US" altLang="ko-KR" sz="1200"/>
                    </a:p>
                    <a:p>
                      <a:pPr algn="l" latinLnBrk="1"/>
                      <a:r>
                        <a:rPr lang="en-US" altLang="ko-KR" sz="1200"/>
                        <a:t>class0 – </a:t>
                      </a:r>
                      <a:r>
                        <a:rPr lang="ko-KR" altLang="en-US" sz="1200"/>
                        <a:t>정상</a:t>
                      </a:r>
                      <a:r>
                        <a:rPr lang="en-US" altLang="ko-KR" sz="1200"/>
                        <a:t> </a:t>
                      </a:r>
                    </a:p>
                    <a:p>
                      <a:pPr algn="l" latinLnBrk="1"/>
                      <a:r>
                        <a:rPr lang="en-US" altLang="ko-KR" sz="1200"/>
                        <a:t>class1 – </a:t>
                      </a:r>
                      <a:r>
                        <a:rPr lang="ko-KR" altLang="en-US" sz="1200"/>
                        <a:t>경계</a:t>
                      </a:r>
                      <a:r>
                        <a:rPr lang="en-US" altLang="ko-KR" sz="1200"/>
                        <a:t> </a:t>
                      </a:r>
                    </a:p>
                    <a:p>
                      <a:pPr algn="l" latinLnBrk="1"/>
                      <a:r>
                        <a:rPr lang="en-US" altLang="ko-KR" sz="1200"/>
                        <a:t>class2 – </a:t>
                      </a:r>
                      <a:r>
                        <a:rPr lang="ko-KR" altLang="en-US" sz="1200"/>
                        <a:t>위험</a:t>
                      </a:r>
                      <a:endParaRPr lang="en-US" altLang="ko-KR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9499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예측 영향도가 높은 순서대로 영양소 </a:t>
                      </a:r>
                      <a:r>
                        <a:rPr lang="en-US" altLang="ko-KR" sz="1200"/>
                        <a:t>5</a:t>
                      </a:r>
                      <a:r>
                        <a:rPr lang="ko-KR" altLang="en-US" sz="1200"/>
                        <a:t>개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24499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5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화살표를 눌러 다른 영양소 그래프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91043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6990537" y="2341882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27301E-47D9-D7C6-EBF6-3EEBDCE32BE6}"/>
              </a:ext>
            </a:extLst>
          </p:cNvPr>
          <p:cNvSpPr>
            <a:spLocks noChangeAspect="1"/>
          </p:cNvSpPr>
          <p:nvPr/>
        </p:nvSpPr>
        <p:spPr>
          <a:xfrm>
            <a:off x="4355745" y="2147855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E14AD0-C0F5-B974-6574-7EBB78BAB894}"/>
              </a:ext>
            </a:extLst>
          </p:cNvPr>
          <p:cNvSpPr>
            <a:spLocks noChangeAspect="1"/>
          </p:cNvSpPr>
          <p:nvPr/>
        </p:nvSpPr>
        <p:spPr>
          <a:xfrm>
            <a:off x="4468560" y="3302157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4</a:t>
            </a:r>
            <a:endParaRPr lang="ko-KR" altLang="en-US" sz="2000"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8187DEF-3384-550D-8C48-ECFE9D1C26D8}"/>
              </a:ext>
            </a:extLst>
          </p:cNvPr>
          <p:cNvSpPr>
            <a:spLocks noChangeAspect="1"/>
          </p:cNvSpPr>
          <p:nvPr/>
        </p:nvSpPr>
        <p:spPr>
          <a:xfrm>
            <a:off x="7854864" y="4943178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5</a:t>
            </a:r>
            <a:endParaRPr lang="ko-KR" altLang="en-US" sz="2000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55901E0-447B-8A52-8C8D-16645C03869B}"/>
              </a:ext>
            </a:extLst>
          </p:cNvPr>
          <p:cNvSpPr>
            <a:spLocks noChangeAspect="1"/>
          </p:cNvSpPr>
          <p:nvPr/>
        </p:nvSpPr>
        <p:spPr>
          <a:xfrm>
            <a:off x="546491" y="2628983"/>
            <a:ext cx="324000" cy="324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016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280</Words>
  <Application>Microsoft Office PowerPoint</Application>
  <PresentationFormat>와이드스크린</PresentationFormat>
  <Paragraphs>118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9</cp:revision>
  <dcterms:created xsi:type="dcterms:W3CDTF">2026-03-27T02:16:00Z</dcterms:created>
  <dcterms:modified xsi:type="dcterms:W3CDTF">2026-05-14T02:36:06Z</dcterms:modified>
</cp:coreProperties>
</file>