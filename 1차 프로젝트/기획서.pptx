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5_475D21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61" r:id="rId3"/>
    <p:sldId id="271" r:id="rId4"/>
    <p:sldId id="275" r:id="rId5"/>
    <p:sldId id="274" r:id="rId6"/>
    <p:sldId id="270" r:id="rId7"/>
    <p:sldId id="259" r:id="rId8"/>
    <p:sldId id="267" r:id="rId9"/>
    <p:sldId id="272" r:id="rId10"/>
    <p:sldId id="27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1"/>
            <p14:sldId id="275"/>
            <p14:sldId id="274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67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87" d="100"/>
          <a:sy n="87" d="100"/>
        </p:scale>
        <p:origin x="60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modernComment_105_475D21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C81EC46-816F-4E82-9DAA-8FF4D1E45057}" authorId="{D5143AD7-E749-5E1E-371D-A585C0C727CD}" created="2026-03-19T08:14:17.69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197285767" sldId="261"/>
      <ac:spMk id="3" creationId="{F3E0445D-6120-B7A6-8C93-5DFA859689ED}"/>
    </ac:deMkLst>
    <p188:txBody>
      <a:bodyPr/>
      <a:lstStyle/>
      <a:p>
        <a:r>
          <a:rPr lang="ko-KR" altLang="en-US"/>
          <a:t>기획 의도 근거자료 영역 확대하고 4가지 흐름으로 진행
외식, 가공식품 섭취 증가 - 지방,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5_475D2187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59853" y="1462917"/>
            <a:ext cx="5272290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400" b="1" i="0">
                <a:solidFill>
                  <a:schemeClr val="bg1"/>
                </a:solidFill>
                <a:effectLst/>
                <a:latin typeface="Noto Sans KR"/>
              </a:rPr>
              <a:t>영양소 섭취 기반 고콜레스테롤혈증 위험도 예측 및</a:t>
            </a:r>
            <a:br>
              <a:rPr lang="ko-KR" altLang="en-US" sz="2800" b="1" i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400" b="1" i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2319204"/>
            <a:ext cx="4428000" cy="1180396"/>
          </a:xfrm>
        </p:spPr>
        <p:txBody>
          <a:bodyPr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304800" y="4638409"/>
            <a:ext cx="4428000" cy="1180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20800" y="385431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980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962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248604"/>
            <a:ext cx="4889983" cy="118039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섭취로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600" b="1" i="0">
                <a:effectLst/>
                <a:latin typeface="Noto Sans KR"/>
              </a:rPr>
              <a:t>지방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당류</a:t>
            </a:r>
            <a:r>
              <a:rPr lang="en-US" altLang="ko-KR" sz="1600" b="1" i="0">
                <a:effectLst/>
                <a:latin typeface="Noto Sans KR"/>
              </a:rPr>
              <a:t>, </a:t>
            </a:r>
            <a:r>
              <a:rPr lang="ko-KR" altLang="en-US" sz="16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497142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1313244" y="4813418"/>
            <a:ext cx="4452226" cy="13756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고콜레스테롤혈증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5080397"/>
            <a:ext cx="468000" cy="46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88358" y="3758025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ED0E3DF-A767-B1A3-C31A-CAA6D0ADDF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018" y="5501261"/>
            <a:ext cx="5373738" cy="1056904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C0D45A7-01FB-D98F-271F-4BABD3FAA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647" y="3955981"/>
            <a:ext cx="5372109" cy="1575819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6204857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D9147C75-3356-63BC-9412-754748EC52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3461" y="2908102"/>
            <a:ext cx="5373738" cy="104787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EC5012B-FC18-6B7D-F1D7-F7FC63B45B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462" y="1915525"/>
            <a:ext cx="5372108" cy="107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75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2998112"/>
            <a:ext cx="4920745" cy="2178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데이터셋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요인의 위험도 및 영향도를 정량적으로 분석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분석된 데이터에서 고콜레스테롤 위험 요인과 수치를 직관적인 인포그래픽으로 시각화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3039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국민건강영양조사 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섭취량 대비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식습관 정보에 인구사회학적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073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159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E71911F-795E-955F-950B-60464C6202D5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화면 설계서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Wireframe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1084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1702</TotalTime>
  <Words>270</Words>
  <Application>Microsoft Office PowerPoint</Application>
  <PresentationFormat>와이드스크린</PresentationFormat>
  <Paragraphs>38</Paragraphs>
  <Slides>10</Slides>
  <Notes>0</Notes>
  <HiddenSlides>2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61</cp:revision>
  <dcterms:created xsi:type="dcterms:W3CDTF">2026-03-13T06:49:36Z</dcterms:created>
  <dcterms:modified xsi:type="dcterms:W3CDTF">2026-03-19T16:48:21Z</dcterms:modified>
</cp:coreProperties>
</file>