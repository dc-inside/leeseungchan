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6" r:id="rId2"/>
    <p:sldId id="261" r:id="rId3"/>
    <p:sldId id="277" r:id="rId4"/>
    <p:sldId id="270" r:id="rId5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462917"/>
            <a:ext cx="4943918" cy="1277604"/>
          </a:xfrm>
        </p:spPr>
        <p:txBody>
          <a:bodyPr>
            <a:noAutofit/>
          </a:bodyPr>
          <a:lstStyle/>
          <a:p>
            <a:pPr algn="ctr" latinLnBrk="0">
              <a:lnSpc>
                <a:spcPct val="100000"/>
              </a:lnSpc>
            </a:pP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0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7780" y="233495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고콜레스테롤혈증 만성질환 유병률 증가</a:t>
            </a:r>
            <a:endParaRPr lang="ko-KR" altLang="en-US" sz="14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414571" y="3656315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7780" y="2331482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검사주기가 길어 조기 발견 어려움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824750" y="4666629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개인별 맞춤 관리 가이드 필요</a:t>
            </a:r>
            <a:endParaRPr lang="en-US" altLang="ko-KR" sz="1600" b="1"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69057" y="3664056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2998112"/>
            <a:ext cx="4920745" cy="2178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데이터셋 기반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요인의 위험도 및 영향도를 정량적으로 분석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분석된 데이터에서 고콜레스테롤 위험 요인과 수치를 직관적인 인포그래픽으로 시각화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3039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국민건강영양조사 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섭취량 비율 및 섭취 균형도를 수치화한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식습관 정보에 인구사회학적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상관관계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3E47092-7530-6E9D-2551-F0A4B2C89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2189341"/>
            <a:ext cx="11690350" cy="3540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2170</TotalTime>
  <Words>176</Words>
  <Application>Microsoft Office PowerPoint</Application>
  <PresentationFormat>와이드스크린</PresentationFormat>
  <Paragraphs>25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74</cp:revision>
  <dcterms:created xsi:type="dcterms:W3CDTF">2026-03-13T06:49:36Z</dcterms:created>
  <dcterms:modified xsi:type="dcterms:W3CDTF">2026-03-20T07:50:49Z</dcterms:modified>
</cp:coreProperties>
</file>